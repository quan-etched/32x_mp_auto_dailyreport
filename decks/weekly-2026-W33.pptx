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Production test flow — yield and quantity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2026-W33 · 2026-08-10 to 2026-08-16, week still running · UTC · first-pass yield, units in the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ASIC</a:t>
            </a:r>
            <a:r>
              <a:rPr sz="1000" b="0">
                <a:solidFill>
                  <a:srgbClr val="6B6B6B"/>
                </a:solidFill>
                <a:latin typeface="Arial"/>
              </a:rPr>
              <a:t>  @Sigurd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572768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66420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3281E"/>
                </a:solidFill>
                <a:latin typeface="Arial"/>
              </a:rPr>
              <a:t>35.3%</a:t>
            </a:r>
            <a:r>
              <a:rPr sz="85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560320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56B00"/>
                </a:solidFill>
                <a:latin typeface="Arial"/>
              </a:rPr>
              <a:t>84.3%</a:t>
            </a:r>
            <a:r>
              <a:rPr sz="85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07592" y="2359152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" y="3547872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639312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07592" y="3346704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31136" y="1965960"/>
            <a:ext cx="365760" cy="1975104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6896" y="128016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PCBA L6</a:t>
            </a:r>
            <a:r>
              <a:rPr sz="1000" b="0">
                <a:solidFill>
                  <a:srgbClr val="6B6B6B"/>
                </a:solidFill>
                <a:latin typeface="Arial"/>
              </a:rPr>
              <a:t>  @Pega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1572768"/>
            <a:ext cx="1847088" cy="786384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66420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SMT / 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6896" y="2560320"/>
            <a:ext cx="1847088" cy="786384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2359152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96896" y="3547872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639312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B56B00"/>
                </a:solidFill>
                <a:latin typeface="Arial"/>
              </a:rPr>
              <a:t>65.5%</a:t>
            </a:r>
            <a:r>
              <a:rPr sz="900" b="0">
                <a:solidFill>
                  <a:srgbClr val="6B6B6B"/>
                </a:solidFill>
                <a:latin typeface="Arial"/>
              </a:rPr>
              <a:t>   228 units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3346704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596896" y="4535424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462686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B3281E"/>
                </a:solidFill>
                <a:latin typeface="Arial"/>
              </a:rPr>
              <a:t>54.3%</a:t>
            </a:r>
            <a:r>
              <a:rPr sz="900" b="0">
                <a:solidFill>
                  <a:srgbClr val="6B6B6B"/>
                </a:solidFill>
                <a:latin typeface="Arial"/>
              </a:rPr>
              <a:t>   170 units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20440" y="4334256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43984" y="1965960"/>
            <a:ext cx="365760" cy="2962656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09744" y="128016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FATP L10 2U/4U</a:t>
            </a:r>
            <a:r>
              <a:rPr sz="1000" b="0">
                <a:solidFill>
                  <a:srgbClr val="6B6B6B"/>
                </a:solidFill>
                <a:latin typeface="Arial"/>
              </a:rPr>
              <a:t> 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9744" y="1572768"/>
            <a:ext cx="1847088" cy="786384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166420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4U / 2U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56832" y="1965960"/>
            <a:ext cx="365760" cy="0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22592" y="128016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FATP L10 6U</a:t>
            </a:r>
            <a:r>
              <a:rPr sz="1000" b="0">
                <a:solidFill>
                  <a:srgbClr val="6B6B6B"/>
                </a:solidFill>
                <a:latin typeface="Arial"/>
              </a:rPr>
              <a:t> 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22592" y="1572768"/>
            <a:ext cx="1847088" cy="786384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166420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22592" y="2560320"/>
            <a:ext cx="1847088" cy="786384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3176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2U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3 units</a:t>
            </a:r>
            <a:r>
              <a:rPr sz="850" b="0">
                <a:solidFill>
                  <a:srgbClr val="6B6B6B"/>
                </a:solidFill>
                <a:latin typeface="Arial"/>
              </a:rPr>
              <a:t>  too few for a yield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46136" y="2359152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022592" y="3547872"/>
            <a:ext cx="1847088" cy="786384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23176" y="3639312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FAT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2 units</a:t>
            </a:r>
            <a:r>
              <a:rPr sz="850" b="0">
                <a:solidFill>
                  <a:srgbClr val="6B6B6B"/>
                </a:solidFill>
                <a:latin typeface="Arial"/>
              </a:rPr>
              <a:t>  too few for a yield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46136" y="3346704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22592" y="4535424"/>
            <a:ext cx="1847088" cy="786384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23176" y="462686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1 units</a:t>
            </a:r>
            <a:r>
              <a:rPr sz="850" b="0">
                <a:solidFill>
                  <a:srgbClr val="6B6B6B"/>
                </a:solidFill>
                <a:latin typeface="Arial"/>
              </a:rPr>
              <a:t>  too few for a yield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46136" y="4334256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22592" y="5522976"/>
            <a:ext cx="1847088" cy="786384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23176" y="5614416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1 units</a:t>
            </a:r>
            <a:r>
              <a:rPr sz="850" b="0">
                <a:solidFill>
                  <a:srgbClr val="6B6B6B"/>
                </a:solidFill>
                <a:latin typeface="Arial"/>
              </a:rPr>
              <a:t>  too few for a yield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46136" y="5321808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869680" y="1965960"/>
            <a:ext cx="365760" cy="395020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235440" y="128016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Rack L11</a:t>
            </a:r>
            <a:r>
              <a:rPr sz="1000" b="0">
                <a:solidFill>
                  <a:srgbClr val="6B6B6B"/>
                </a:solidFill>
                <a:latin typeface="Arial"/>
              </a:rPr>
              <a:t> 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1572768"/>
            <a:ext cx="1847088" cy="786384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36024" y="1664208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5440" y="2560320"/>
            <a:ext cx="1847088" cy="786384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36024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Provisioning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158984" y="2359152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235440" y="3547872"/>
            <a:ext cx="1847088" cy="786384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36024" y="3639312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SFT / Runin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2 units</a:t>
            </a:r>
            <a:r>
              <a:rPr sz="850" b="0">
                <a:solidFill>
                  <a:srgbClr val="6B6B6B"/>
                </a:solidFill>
                <a:latin typeface="Arial"/>
              </a:rPr>
              <a:t>  too few for a yield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158984" y="3346704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235440" y="4535424"/>
            <a:ext cx="1847088" cy="786384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36024" y="4626864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58984" y="4334256"/>
            <a:ext cx="0" cy="201168"/>
          </a:xfrm>
          <a:prstGeom prst="line">
            <a:avLst/>
          </a:prstGeom>
          <a:ln w="13970">
            <a:solidFill>
              <a:srgbClr val="9A9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4048" y="6053328"/>
            <a:ext cx="114235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Green = the step yields and we measure it. </a:t>
            </a:r>
            <a:r>
              <a:rPr sz="950" b="0">
                <a:solidFill>
                  <a:srgbClr val="6B6B6B"/>
                </a:solidFill>
                <a:latin typeface="Arial"/>
              </a:rPr>
              <a:t>Amber = it ran, under 20 units, so no yield is reported — the count is. </a:t>
            </a:r>
            <a:r>
              <a:rPr sz="950" b="0">
                <a:solidFill>
                  <a:srgbClr val="6B6B6B"/>
                </a:solidFill>
                <a:latin typeface="Arial"/>
              </a:rPr>
              <a:t>Grey = builds or moves, no verdict.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Source: pega2 – pega5 (ESVM), one row per unit. WST and FT reported by Sigurd. VBB provisioning omitted — not part of the product test flow. Amber this week: L10 FAT (2u), L10 SFT (1u), L10 RIN (1u), L10 2U (3u), L11 Test (2u).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Every step, with the retest rate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2026-W33 · retest rate is the share of units that had to be run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Test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17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First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After retest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Retest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Top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WST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35.3%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84.3%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MLT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65.5%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74.6%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97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19.7%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45 of 228 units re-run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SohuPowerVirusTestCase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HTT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170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154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54.3%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68.8%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154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27.6%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47 of 170 units re-run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154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SohuRdqsSweepTrainingTestCase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FAT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611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118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 of 2 units re-run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SohuHostRebootTestCase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069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SFT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069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069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0690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1 of 1 units re-run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0690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SohuLlama70bHp8ForwardIteratedTestCase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26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RIN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5262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526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5262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1 of 1 units re-run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5262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RunInStress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2U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983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4983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983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83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66.7%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 of 3 units re-run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983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BmcCheck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440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L11 Test</a:t>
            </a:r>
            <a:r>
              <a:rPr sz="900" b="0">
                <a:solidFill>
                  <a:srgbClr val="6B6B6B"/>
                </a:solidFill>
                <a:latin typeface="Arial"/>
              </a:rPr>
              <a:t>  pega5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5440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440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40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 of 2 units re-run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440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CheckSohuServerNoErrorLogTestCase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94360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Rolled first-pass across MLT × HTT: </a:t>
            </a:r>
            <a:r>
              <a:rPr sz="1400" b="1">
                <a:solidFill>
                  <a:srgbClr val="1C62B8"/>
                </a:solidFill>
                <a:latin typeface="Arial"/>
              </a:rPr>
              <a:t>35.6%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Steps under 20 first-time units report counts only. Full unit-level source data, every serial and release with a link to its run: 32x-production.i.etched.com/week.html#week=2026-W33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