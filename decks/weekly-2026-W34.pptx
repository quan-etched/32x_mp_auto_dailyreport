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Basic Level of Production Metrics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2026-W34 · the three numbers this deck reports, and what each one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1. 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5727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many units we are producing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5910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814 units through 8 steps this week, across 1092 runs.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sets the schedule: a station cannot ship what it cannot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443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2. 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9443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many percentage we can ship vs total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9626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First pass 71.2% at MLT and 77.1% at HTT — 26.6% rolled across the two.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sets how many units must be started to ship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159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3.  Retest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3159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stable is the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3342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4.3% of MLT units and 2.3% of HTT units had to be run again — 15 and 6 units.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is where yield loss turns into lost capacity.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806440"/>
            <a:ext cx="10820095" cy="1270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Why it is broken out by test step:  </a:t>
            </a:r>
            <a:r>
              <a:rPr sz="1250" b="0">
                <a:solidFill>
                  <a:srgbClr val="141414"/>
                </a:solidFill>
                <a:latin typeface="Arial"/>
              </a:rPr>
              <a:t>a line ships at the rate of its worst step, not its average — so the only useful version of these three numbers is one per step, in the order a unit travels.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Production test flow — yield and quantity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2026-W34 · 2026-08-17 to 2026-08-23, week still running · UTC · first-pass yield and units, under each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duction-tes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9580924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459" y="3661774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3281E"/>
                </a:solidFill>
                <a:latin typeface="Arial"/>
              </a:rPr>
              <a:t>32.5%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459" y="4393890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56B00"/>
                </a:solidFill>
                <a:latin typeface="Arial"/>
              </a:rPr>
              <a:t>84.3%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165" y="5120242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at Sigurd — not collected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9337" y="4111420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56B00"/>
                </a:solidFill>
                <a:latin typeface="Arial"/>
              </a:rPr>
              <a:t>71.2%</a:t>
            </a:r>
            <a:r>
              <a:rPr sz="850" b="0">
                <a:solidFill>
                  <a:srgbClr val="6B6B6B"/>
                </a:solidFill>
                <a:latin typeface="Arial"/>
              </a:rPr>
              <a:t>  350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7" y="3385069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56B00"/>
                </a:solidFill>
                <a:latin typeface="Arial"/>
              </a:rPr>
              <a:t>77.1%</a:t>
            </a:r>
            <a:r>
              <a:rPr sz="850" b="0">
                <a:solidFill>
                  <a:srgbClr val="6B6B6B"/>
                </a:solidFill>
                <a:latin typeface="Arial"/>
              </a:rPr>
              <a:t>  265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868" y="5391183"/>
            <a:ext cx="973836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VBB — outside the yield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5566" y="3667539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FAT 16u · SFT 14u</a:t>
            </a:r>
            <a:r>
              <a:rPr sz="800" b="0">
                <a:solidFill>
                  <a:srgbClr val="6B6B6B"/>
                </a:solidFill>
                <a:latin typeface="Arial"/>
              </a:rPr>
              <a:t>  quantity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5566" y="4468831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2 units</a:t>
            </a:r>
            <a:r>
              <a:rPr sz="800" b="0">
                <a:solidFill>
                  <a:srgbClr val="6B6B6B"/>
                </a:solidFill>
                <a:latin typeface="Arial"/>
              </a:rPr>
              <a:t>  quantity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6270" y="3667539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5 units</a:t>
            </a:r>
            <a:r>
              <a:rPr sz="800" b="0">
                <a:solidFill>
                  <a:srgbClr val="6B6B6B"/>
                </a:solidFill>
                <a:latin typeface="Arial"/>
              </a:rPr>
              <a:t>  quantity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3092" y="5379653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counted with FAT / SFT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548" y="1298448"/>
            <a:ext cx="20116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L6 combined  (MLT × HTT)</a:t>
            </a:r>
          </a:p>
          <a:p>
            <a:pPr algn="l">
              <a:spcAft>
                <a:spcPts val="100"/>
              </a:spcAft>
            </a:pPr>
            <a:r>
              <a:rPr sz="2600" b="1">
                <a:solidFill>
                  <a:srgbClr val="1C62B8"/>
                </a:solidFill>
                <a:latin typeface="Arial"/>
              </a:rPr>
              <a:t>26.6%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MLT 71.2%   ·   HTT 77.1%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 module's chance of clearing both first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548" y="26974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Through the line</a:t>
            </a:r>
          </a:p>
          <a:p>
            <a:pPr algn="l">
              <a:spcAft>
                <a:spcPts val="10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814 units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1092 runs across 8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548" y="3703320"/>
            <a:ext cx="2011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6B6B6B"/>
                </a:solidFill>
                <a:latin typeface="Arial"/>
              </a:rPr>
              <a:t>Reading the numbers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A percentage is a first-pass yield: units that passed at their first attempt that week.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A count means no yield is reported. L10 FAT, L10 SFT, L10 RIN, L10 2U, L11 Provision are chassis and rack level and in bring-up — a percentage over three units swings 33 points on one of them.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WST and FT are reported by Sigurd. VBB is drawn for the flow and left out of the yield view.</a:t>
            </a:r>
          </a:p>
          <a:p>
            <a:pPr algn="l">
              <a:spcAft>
                <a:spcPts val="5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Source: pega2, pega6, pega3, pega4, pega5 (ESVM), one row per unit.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Every step, with the retest rate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2026-W34 · retest rate is the share of units that had to be run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Test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417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4173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17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First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After retest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17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Retest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417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Top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WST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32.5%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7830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FT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56B00"/>
                </a:solidFill>
                <a:latin typeface="Arial"/>
              </a:rPr>
              <a:t>84.3%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TIM</a:t>
            </a:r>
            <a:r>
              <a:rPr sz="900" b="0">
                <a:solidFill>
                  <a:srgbClr val="6B6B6B"/>
                </a:solidFill>
                <a:latin typeface="Arial"/>
              </a:rPr>
              <a:t>  pega6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161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97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48.4%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56.5%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974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13.0%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21 of 161 units re-run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974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validate_coldplate_temperature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MLT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154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350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154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385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154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56B00"/>
                </a:solidFill>
                <a:latin typeface="Arial"/>
              </a:rPr>
              <a:t>71.2%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74.3%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1546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4.3%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15 of 350 units re-run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1546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C2cLinkupTestCase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611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HTT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611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6118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56B00"/>
                </a:solidFill>
                <a:latin typeface="Arial"/>
              </a:rPr>
              <a:t>77.1%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11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74.3%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6118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2.3%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6 of 265 units re-run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6118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SohuLlamaForwardIteratedTestCase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069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FAT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4069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0690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69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0690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0690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SohuHostRebootTestCase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526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SFT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4526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5262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4526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526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5262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5262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SohuPowerVirusMultiChipTestCase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983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RIN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4983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4983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4983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983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9834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9834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RunInStress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440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2U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5440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440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4406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4406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CheckKernelVersion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5897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L11 Provision</a:t>
            </a:r>
            <a:r>
              <a:rPr sz="900" b="0">
                <a:solidFill>
                  <a:srgbClr val="6B6B6B"/>
                </a:solidFill>
                <a:latin typeface="Arial"/>
              </a:rPr>
              <a:t>  pega5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88920" y="5897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58978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92040" y="5897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897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8978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58978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ProvisionPdu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594360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Rolled first-pass across TIM × MLT × HTT: </a:t>
            </a:r>
            <a:r>
              <a:rPr sz="1400" b="1">
                <a:solidFill>
                  <a:srgbClr val="1C62B8"/>
                </a:solidFill>
                <a:latin typeface="Arial"/>
              </a:rPr>
              <a:t>26.6%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Steps under 20 first-time units report counts only. Full unit-level source data, every serial and release with a link to its run: 32x-production.i.etched.com/week.html#week=2026-W34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What's next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two actions, each against a target and where 2026-W34 finished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517904"/>
            <a:ext cx="347472" cy="347472"/>
          </a:xfrm>
          <a:prstGeom prst="ellipse">
            <a:avLst/>
          </a:prstGeom>
          <a:solidFill>
            <a:srgbClr val="1C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517904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Improve the yield / stability of L6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494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Yield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2494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494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71.2% at MLT, 77.1% at HTT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59689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9689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&lt; 10% retest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968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4.3% at MLT, 2.3% at HTT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5544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L6 is the only level with the volume to be measured against a target at all, and it is where the line loses most of its units.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639312"/>
            <a:ext cx="347472" cy="347472"/>
          </a:xfrm>
          <a:prstGeom prst="ellipse">
            <a:avLst/>
          </a:prstGeom>
          <a:solidFill>
            <a:srgbClr val="1C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9417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639312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Speed up development of multiple L10 test units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Gate: </a:t>
            </a:r>
            <a:r>
              <a:rPr sz="1100" b="1">
                <a:solidFill>
                  <a:srgbClr val="B3281E"/>
                </a:solidFill>
                <a:latin typeface="Arial"/>
              </a:rPr>
              <a:t>only 1–2 units onsite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3708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3708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3 to 10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3708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assembled for test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71830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71830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full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7183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37 units across four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675888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Not to improve the L10 yield — to make one exist. On single digits there is nothing to read, which is why every L10 box on this deck says quantity only.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870448"/>
            <a:ext cx="10874959" cy="1270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016752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The ordering is the point.  </a:t>
            </a:r>
            <a:r>
              <a:rPr sz="1200" b="0">
                <a:solidFill>
                  <a:srgbClr val="141414"/>
                </a:solidFill>
                <a:latin typeface="Arial"/>
              </a:rPr>
              <a:t>Coverage, then stability, then efficiency — a station clears one gate before the next is worth measuring. L6 is at the first gate with the volume to prove it; L10 is not yet at a gate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Appendix — where the data comes from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every figure on this deck traces to one of these; the first one lists the units behind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This week, unit by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Source data for 2026-W34 — every DUT serial, software release, verdict and a link to its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0992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32x-production.i.etched.com/week.html#week=2026-W34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Every week since collection began, one row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8424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32x-production.i.etched.com/weekly.html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8658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The rest of the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Daily tracker — the line's own MLT/HTT tabs, rebuilt from pega3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7919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32x-production.i.etched.com/dailyexcel.html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L10 daily tracker — FAT, SFT, RIN, 2U from pega4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5351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32x-production.i.etched.com/l10.html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2783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Station yield, from the 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2783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32x-production.i.etched.com/direct.html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Station yield, from OCP Logs — and the measured gap between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0215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32x-production.i.etched.com/index.html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Run drill-down, any serial or test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7647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32x-production.i.etched.com/runs.html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507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Production test flow, with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5079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32x-production.i.etched.com/flow.html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5312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Upstream of the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4573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The controllers themselves — ESVM login admin /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74573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pega2:3000 · pega3:3000 · pega4:3000 · pega5:3000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005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OCP Logs / EOS, the other side of the discrepancy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02005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ocplogs.core.etched.com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9437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WST and FT — Sigurd's STDF and SPLM, asked for weekly in #production-test-eng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9437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strata6.sv9.i.etched.com:8235 · splm.i.etched.com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6869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This deck, the pipeline that built it, and every archived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56869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github.com/etched-ai/factory_data_analysis · weekly/2026-W34/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276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All addresses are on the factory network. The dashboard rebuilds hourly; the archived copy of 2026-W34 under weekly/ does not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