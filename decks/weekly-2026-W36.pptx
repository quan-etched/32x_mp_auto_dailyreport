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Basic Level of Production Metrics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2026-W36 · the three numbers this deck reports, and what each one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1. 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5727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units we are producing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5910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171 units through 4 steps this week, across 221 runs.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the schedule: a station cannot ship what it cannot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443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2. 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9443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percentage we can ship vs total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9626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First pass 40.0% at MLT and 78.9% at HTT — — rolled across the two.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how many units must be started to ship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3.  Retest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3159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stable is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3342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16.7% of MLT units and 11.9% of HTT units had to be run again — 15 and 8 units.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is where yield loss turns into lost capacity.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06440"/>
            <a:ext cx="10820095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Why it is broken out by test step:  </a:t>
            </a:r>
            <a:r>
              <a:rPr sz="1250" b="0">
                <a:solidFill>
                  <a:srgbClr val="141414"/>
                </a:solidFill>
                <a:latin typeface="Arial"/>
              </a:rPr>
              <a:t>a line ships at the rate of its worst step, not its average — so the only useful version of these three numbers is one per step, in the order a unit travels.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Production test flow — yield and quantity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2026-W36 · 2026-08-31 to 2026-09-06, week still running · UTC · first-pass yield and units, under each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ion-t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9580924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459" y="3661774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3281E"/>
                </a:solidFill>
                <a:latin typeface="Arial"/>
              </a:rPr>
              <a:t>32.5%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459" y="439389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Arial"/>
              </a:rPr>
              <a:t>—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65" y="5120242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at Sigurd — not collected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9337" y="411142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90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few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7" y="338506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67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few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868" y="5391183"/>
            <a:ext cx="973836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VBB — outside the yield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3092" y="5379653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548" y="1298448"/>
            <a:ext cx="20116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L6 combined  (MLT × HTT)</a:t>
            </a:r>
          </a:p>
          <a:p>
            <a:pPr algn="l">
              <a:spcAft>
                <a:spcPts val="100"/>
              </a:spcAft>
            </a:pPr>
            <a:r>
              <a:rPr sz="2600" b="1">
                <a:solidFill>
                  <a:srgbClr val="1C62B8"/>
                </a:solidFill>
                <a:latin typeface="Arial"/>
              </a:rPr>
              <a:t>—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MLT 40.0%   ·   HTT 78.9%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a module's chance of clearing both first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548" y="26974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Through the line</a:t>
            </a:r>
          </a:p>
          <a:p>
            <a:pPr algn="l">
              <a:spcAft>
                <a:spcPts val="10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171 units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221 runs across 4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548" y="3703320"/>
            <a:ext cx="2011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6B6B6B"/>
                </a:solidFill>
                <a:latin typeface="Arial"/>
              </a:rPr>
              <a:t>Reading the numbers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percentage is a first-pass yield: units that passed at their first attempt that week.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count means no yield is reported. None are chassis and rack level and in bring-up — a percentage over three units swings 33 points on one of them.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Too few units this week: TIM, MLT, HTT, L11 Provision. WST and FT are reported by Sigurd. VBB is drawn for the flow and left out of the yield view.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Source: pega2, pega6, pega3, pega4, pega5 (ESVM), one row per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Every step, with the retest rate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2026-W36 · retest rate is the share of units that had to be run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Test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17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First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After retest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Retest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Top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WST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32.5%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TIM</a:t>
            </a:r>
            <a:r>
              <a:rPr sz="900" b="0">
                <a:solidFill>
                  <a:srgbClr val="6B6B6B"/>
                </a:solidFill>
                <a:latin typeface="Arial"/>
              </a:rPr>
              <a:t>  pega6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90.9%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97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0 of 11 units re-run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validate_coldplate_temperature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MLT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154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63.3%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154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16.7%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15 of 90 units re-run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154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SohuPmbistTestCase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HTT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611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85.1%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118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11.9%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8 of 67 units re-run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SohuLlamaForwardIteratedTestCase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069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L11 Provision</a:t>
            </a:r>
            <a:r>
              <a:rPr sz="900" b="0">
                <a:solidFill>
                  <a:srgbClr val="6B6B6B"/>
                </a:solidFill>
                <a:latin typeface="Arial"/>
              </a:rPr>
              <a:t>  pega5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069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069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not enough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100.0%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0690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100.0%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3 of 3 units re-run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0690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ProvisionComputeServer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94360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Rolled first-pass across no step: </a:t>
            </a:r>
            <a:r>
              <a:rPr sz="1400" b="1">
                <a:solidFill>
                  <a:srgbClr val="1C62B8"/>
                </a:solidFill>
                <a:latin typeface="Arial"/>
              </a:rPr>
              <a:t>—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Steps under 20 first-time units report counts only. Full unit-level source data, every serial and release with a link to its run: 32x-production.i.etched.com/week.html#week=2026-W36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What's next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two actions, each against a target and where 2026-W36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517904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51790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Improve the yield / stability of L6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49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Yield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249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49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40.0% at MLT, 78.9% at HTT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5968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9689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&lt; 10% retest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968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16.7% at MLT, 11.9% at HTT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5544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L6 is the only level with the volume to be measured against a target at all, and it is where the line loses most of its units.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639312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941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39312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Speed up development of multiple L10 test units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Gate: </a:t>
            </a:r>
            <a:r>
              <a:rPr sz="1100" b="1">
                <a:solidFill>
                  <a:srgbClr val="B3281E"/>
                </a:solidFill>
                <a:latin typeface="Arial"/>
              </a:rPr>
              <a:t>only 1–2 units onsite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3708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708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3 to 10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708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assembled for test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71830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71830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full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18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0 units across four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675888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Not to improve the L10 yield — to make one exist. On single digits there is nothing to read, which is why every L10 box on this deck says quantity only.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870448"/>
            <a:ext cx="10874959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016752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The ordering is the point.  </a:t>
            </a:r>
            <a:r>
              <a:rPr sz="1200" b="0">
                <a:solidFill>
                  <a:srgbClr val="141414"/>
                </a:solidFill>
                <a:latin typeface="Arial"/>
              </a:rPr>
              <a:t>Coverage, then stability, then efficiency — a station clears one gate before the next is worth measuring. L6 is at the first gate with the volume to prove it; L10 is not yet at a gate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Appendix — where the data comes from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every figure on this deck traces to one of these; the first one lists the units behind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This week, unit by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Source data for 2026-W36 — every DUT serial, software release, verdict and a link to its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0992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32x-production.i.etched.com/week.html#week=2026-W36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Every week since collection began, one row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8424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32x-production.i.etched.com/weekly.html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8658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The rest of the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Daily tracker — the line's own MLT/HTT tabs, rebuilt from pega3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791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32x-production.i.etched.com/dailyexcel.html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L10 daily tracker — FAT, SFT, RIN, 2U from pega4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535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32x-production.i.etched.com/l10.html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the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278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32x-production.i.etched.com/direct.html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OCP Logs — and the measured gap between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215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Run drill-down, any serial or test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7647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32x-production.i.etched.com/runs.html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507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Production test flow, with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507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32x-production.i.etched.com/flow.html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5312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Upstream of the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4573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The controllers themselves — ESVM login admin /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4573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pega2:3000 · pega3:3000 · pega4:3000 · pega5:3000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OCP Logs / EOS, the other side of the discrepancy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005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ocplogs.core.etched.com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WST and FT — Sigurd's STDF and SPLM, asked for weekly in #production-test-eng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943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strata6.sv9.i.etched.com:8235 · splm.i.etched.com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6869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This deck, the pipeline that built it, and every archived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56869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github.com/etched-ai/factory_data_analysis · weekly/2026-W36/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276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All addresses are on the factory network. The dashboard rebuilds hourly; the archived copy of 2026-W36 under weekly/ does not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