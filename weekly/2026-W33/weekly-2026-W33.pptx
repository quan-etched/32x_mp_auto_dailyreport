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Basic Level of Production Metrics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the three numbers this deck reports, and what each one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1. 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572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units we are producing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5910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407 units through 7 steps this week, across 573 runs.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the schedule: a station cannot ship what it cannot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2. 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9443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percentage we can ship vs total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9626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First pass 65.5% at MLT and 54.3% at HTT — 35.6% rolled across the two.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how many units must be started to ship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3.  Retest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159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stable is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3342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19.7% of MLT units and 27.6% of HTT units had to be run again — 45 and 47 units.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is where yield loss turns into lost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20095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25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2026-08-10 to 2026-08-16, week still running · UTC · first-pass yield and units, under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duction-tes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958092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459" y="366177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3281E"/>
                </a:solidFill>
                <a:latin typeface="Arial"/>
              </a:rPr>
              <a:t>35.3%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459" y="439389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65" y="5120242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at Sigurd — not collected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9337" y="411142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65.5%</a:t>
            </a:r>
            <a:r>
              <a:rPr sz="850" b="0">
                <a:solidFill>
                  <a:srgbClr val="6B6B6B"/>
                </a:solidFill>
                <a:latin typeface="Arial"/>
              </a:rPr>
              <a:t>  228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9337" y="338506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3281E"/>
                </a:solidFill>
                <a:latin typeface="Arial"/>
              </a:rPr>
              <a:t>54.3%</a:t>
            </a:r>
            <a:r>
              <a:rPr sz="850" b="0">
                <a:solidFill>
                  <a:srgbClr val="6B6B6B"/>
                </a:solidFill>
                <a:latin typeface="Arial"/>
              </a:rPr>
              <a:t>  170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868" y="5391183"/>
            <a:ext cx="973836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VBB — outside the yield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5566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FAT 2u · SFT 1u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5566" y="4468831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3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6270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1 unit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3092" y="452071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2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3092" y="5379653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548" y="1298448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Rolled first-pass</a:t>
            </a:r>
          </a:p>
          <a:p>
            <a:pPr algn="l">
              <a:spcAft>
                <a:spcPts val="100"/>
              </a:spcAft>
            </a:pPr>
            <a:r>
              <a:rPr sz="2600" b="1">
                <a:solidFill>
                  <a:srgbClr val="1C62B8"/>
                </a:solidFill>
                <a:latin typeface="Arial"/>
              </a:rPr>
              <a:t>35.6%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MLT × HTT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548" y="2487168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Through the line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407 units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573 runs across 7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1548" y="352044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6B6B6B"/>
                </a:solidFill>
                <a:latin typeface="Arial"/>
              </a:rPr>
              <a:t>Reading the numbers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percentage is a first-pass yield: units that passed at their first attempt that week.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count means no yield is reported. L10 FAT, L10 SFT, L10 RIN, L10 2U, L11 Test are chassis and rack level and in bring-up — a percentage over three units swings 33 points on one of them.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WST and FT are reported by Sigurd. VBB is drawn for the flow and left out of the yield view.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Source: pega2 – pega5 (ESVM), one row per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65.5%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19.7%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45 of 228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170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54.3%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68.8%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27.6%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47 of 170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SohuRdqsSweepTrainingTestCase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SohuLlama70bHp8ForwardIteratedTestCase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RunInStress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BmcCheck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Test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CheckSohuServerNoErrorLogTestCase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35.6%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What's next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two actions, each against a target and where 2026-W33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517904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517904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Improve the yield / stability of L6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49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Yield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249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49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65.5% at MLT, 54.3% at HTT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5968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59689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&lt; 10% retest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96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19.7% at MLT, 27.6% at HTT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544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L6 is the only level with the volume to be measured against a target at all, and it is where the line loses most of its units.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639312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6393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Speed up development of multiple L10 test units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Gate: </a:t>
            </a:r>
            <a:r>
              <a:rPr sz="1100" b="1">
                <a:solidFill>
                  <a:srgbClr val="B3281E"/>
                </a:solidFill>
                <a:latin typeface="Arial"/>
              </a:rPr>
              <a:t>only 1–2 units onsite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3708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708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3 to 10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708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assembled for test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71830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718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full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18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 units across four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675888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Not to improve the L10 yield — to make one exist. On single digits there is nothing to read, which is why every L10 box on this deck says quantity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870448"/>
            <a:ext cx="1087495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6752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The ordering is the point.  </a:t>
            </a:r>
            <a:r>
              <a:rPr sz="1200" b="0">
                <a:solidFill>
                  <a:srgbClr val="141414"/>
                </a:solidFill>
                <a:latin typeface="Arial"/>
              </a:rPr>
              <a:t>Coverage, then stability, then efficiency — a station clears one gate before the next is worth measuring. L6 is at the first gate with the volume to prove it; L10 is not yet at a gate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2026-W33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weekly/2026-W33/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2026-W33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